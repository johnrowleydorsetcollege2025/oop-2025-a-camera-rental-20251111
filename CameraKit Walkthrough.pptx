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81" r:id="rId4"/>
    <p:sldId id="282" r:id="rId5"/>
    <p:sldId id="283" r:id="rId6"/>
    <p:sldId id="284" r:id="rId7"/>
    <p:sldId id="257" r:id="rId8"/>
    <p:sldId id="272" r:id="rId9"/>
    <p:sldId id="273" r:id="rId10"/>
    <p:sldId id="274" r:id="rId11"/>
    <p:sldId id="259" r:id="rId12"/>
    <p:sldId id="260" r:id="rId13"/>
    <p:sldId id="258" r:id="rId14"/>
    <p:sldId id="261" r:id="rId15"/>
    <p:sldId id="262" r:id="rId16"/>
    <p:sldId id="263" r:id="rId17"/>
    <p:sldId id="264" r:id="rId18"/>
    <p:sldId id="265" r:id="rId19"/>
    <p:sldId id="286" r:id="rId20"/>
    <p:sldId id="287" r:id="rId21"/>
    <p:sldId id="266" r:id="rId22"/>
    <p:sldId id="268" r:id="rId23"/>
    <p:sldId id="267" r:id="rId24"/>
    <p:sldId id="269" r:id="rId25"/>
    <p:sldId id="270" r:id="rId26"/>
    <p:sldId id="271" r:id="rId27"/>
    <p:sldId id="276" r:id="rId28"/>
    <p:sldId id="275" r:id="rId29"/>
    <p:sldId id="278" r:id="rId30"/>
    <p:sldId id="277" r:id="rId31"/>
    <p:sldId id="279" r:id="rId32"/>
    <p:sldId id="280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8556-7725-4EC2-9E22-844F17874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C220B-E349-49C4-98BA-1280571E3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8C00E-ACD6-44CA-8224-CB3DB125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9A021-17A9-45F3-A626-C10123992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B3021-7A36-4B61-B9E8-423498D0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2017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708B-4423-46ED-9B6A-1F79FB5A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3DAA1-BDA3-48F7-A04B-843DE3EA7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28550-1AFE-4C14-856E-4B7EF86E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B6DA5-9A9F-4BC5-9F53-FA7213D1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9ACD1-1E2A-452B-A286-3040B87C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72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4AE1-3DC6-4CA6-90E5-CB59891E3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91BD8-E37D-4989-86A5-6C39E9415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F3095-DE6B-4A00-8F86-049B190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836D7-17A5-4B3E-921C-0408CC9A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C9B3E-F607-457B-A5F0-7ADC63F0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111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0C5CF-3E8C-4425-884A-A11B5C99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49D33-150F-43C6-B118-597B99584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15084-9492-4300-AB35-6CEA12D30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9F8D8-1FBF-47FA-8C9D-1F1A37FB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670F0-42B2-426F-B15E-AA9A5059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CC49D-06C7-4E57-BC27-59849FCF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041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CCD42-8D80-47C2-9153-8F3BB114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5312E-CAAD-4E6E-AEBB-6BAE6B0E0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0C220-71EE-4A34-B1D6-8C3281E18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7E44C-00CD-49CF-8F88-FB95E43E0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499B6-F5AD-4FE7-8DB8-3ECE0B0CA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705D9-26C3-4DC9-A227-3296EF5A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D879B-129A-45BB-8D4B-6CFF760C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2E703-F98E-46A7-876B-9134A2A3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7550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9FA1-811E-4400-BCE8-78BA05D7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59ADF-E181-48AC-BF17-08E774A7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11003-AE3A-4ECA-A9CE-4E468881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2D5D6-18AD-4426-8A81-FFE59BDF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589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66776-0C4E-4CA9-841D-F0621EE0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177FB-0825-47EE-9BC6-83DAAEA43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6DCC5-16B2-4506-A9AB-A1DFE6BB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302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BB7FA-DA09-4FA4-BFE2-B6D898C8F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6A0C0-1C19-4599-902B-D35344F38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37FA8-C5E5-4679-9555-4C480B170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20B19-2595-4058-8B17-A6A2C555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BD-375D-430E-A046-DE5637DB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98319-1278-4274-8A1F-2067D991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5997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0C1D-99ED-4425-A07C-30A11BFC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9D389-BB1E-43F1-960D-20A61742F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12496-9F0D-4819-8DF1-12224324B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71559-CD4F-4311-9612-7FF856A6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D2ADD-E9C7-4F6C-B321-DC959EAB7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9A841-B1B9-401F-8C51-B89993C9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4928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9A2F-2853-441B-851E-AAB0B6C9A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AE8B5-FA9C-4D98-8759-A68C2BFE7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B224A-95D1-4FC9-B456-BCC978D6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C3504-B422-4C96-A05B-8EB3ED07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6F785-76F1-405F-8F10-5546BDFF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248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9C6F5-4DED-4401-8711-9385040B0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C07DAA-4050-4EF4-929E-235F8BD60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F46A3-B211-4E1D-8D74-3AB84DB8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3BFC6-507B-454A-8BFB-C5C11C88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77415-59A6-46C3-966F-33511D74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539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BEC57-8157-4A0F-8BFA-27692DD0C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B4BD0-8BE2-4E8B-AEEB-1319836B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5C29E-6CA1-46FA-BB52-2B124A06C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B6EC9-C718-4390-853C-59E596581ED2}" type="datetimeFigureOut">
              <a:rPr lang="en-IE" smtClean="0"/>
              <a:t>18/11/2025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3D600-A906-4CE8-A57F-5D0A779EF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54069-48BD-4B05-ACB7-F55BA6030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924E7-F954-4272-8E86-57F318ACA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28725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61E0-FA94-43A1-A514-ED8BD9FC33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 err="1"/>
              <a:t>CameraKit</a:t>
            </a:r>
            <a:r>
              <a:rPr lang="en-IE" dirty="0"/>
              <a:t> Walkthrough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1029C-7098-41E2-91CC-A17A69D89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/>
          <a:lstStyle/>
          <a:p>
            <a:r>
              <a:rPr lang="en-IE" dirty="0"/>
              <a:t>https://github.com/JohnRowleyDorsetCollege2025/oop-2025-a-camera-rental-20251111.git</a:t>
            </a:r>
          </a:p>
        </p:txBody>
      </p:sp>
    </p:spTree>
    <p:extLst>
      <p:ext uri="{BB962C8B-B14F-4D97-AF65-F5344CB8AC3E}">
        <p14:creationId xmlns:p14="http://schemas.microsoft.com/office/powerpoint/2010/main" val="3068780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7DCFB6-2ACA-413A-8B09-181A17AD9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19" y="0"/>
            <a:ext cx="10774762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8AB72E8-9DF1-4B2F-B53D-3270B5FB3F01}"/>
              </a:ext>
            </a:extLst>
          </p:cNvPr>
          <p:cNvCxnSpPr/>
          <p:nvPr/>
        </p:nvCxnSpPr>
        <p:spPr>
          <a:xfrm flipH="1">
            <a:off x="2962275" y="514350"/>
            <a:ext cx="1314450" cy="885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0E5806-5DB6-45A1-AC20-D464967D7EA4}"/>
              </a:ext>
            </a:extLst>
          </p:cNvPr>
          <p:cNvCxnSpPr/>
          <p:nvPr/>
        </p:nvCxnSpPr>
        <p:spPr>
          <a:xfrm flipH="1">
            <a:off x="7991475" y="981075"/>
            <a:ext cx="1000125" cy="666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060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757A81-DE4F-408D-9AC1-C2C3D5028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270" y="463271"/>
            <a:ext cx="8877460" cy="573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B1C7BB-3149-40D6-8584-80589B43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11" y="500062"/>
            <a:ext cx="9197237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773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2D2D4E-10E8-4217-AF7C-A65D7C011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660977"/>
            <a:ext cx="9925050" cy="275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6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0CBC4A-BF0A-4A25-A217-BD382811A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488" y="1204662"/>
            <a:ext cx="3934374" cy="359142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4D6683-C21C-4DD1-B961-2744EEFA8092}"/>
              </a:ext>
            </a:extLst>
          </p:cNvPr>
          <p:cNvCxnSpPr/>
          <p:nvPr/>
        </p:nvCxnSpPr>
        <p:spPr>
          <a:xfrm flipH="1">
            <a:off x="5753100" y="2095500"/>
            <a:ext cx="3771900" cy="12477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361ECCF-EF5D-4D64-BF76-78E348E0F17E}"/>
              </a:ext>
            </a:extLst>
          </p:cNvPr>
          <p:cNvSpPr txBox="1"/>
          <p:nvPr/>
        </p:nvSpPr>
        <p:spPr>
          <a:xfrm>
            <a:off x="7820025" y="2973943"/>
            <a:ext cx="1928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Create New Folder</a:t>
            </a:r>
          </a:p>
        </p:txBody>
      </p:sp>
    </p:spTree>
    <p:extLst>
      <p:ext uri="{BB962C8B-B14F-4D97-AF65-F5344CB8AC3E}">
        <p14:creationId xmlns:p14="http://schemas.microsoft.com/office/powerpoint/2010/main" val="1015573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98EDB7-33BD-4DD2-82C7-BBEC890E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63" y="457584"/>
            <a:ext cx="6192114" cy="140037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167BE7-087E-4903-B9A4-46238D8FB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785" y="2886075"/>
            <a:ext cx="3536066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1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F26E8E-6917-4BD7-B429-8F590D7D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57" y="1904787"/>
            <a:ext cx="9030960" cy="304842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9671EA6-38D4-43F1-A23C-E05B37A0A680}"/>
              </a:ext>
            </a:extLst>
          </p:cNvPr>
          <p:cNvCxnSpPr/>
          <p:nvPr/>
        </p:nvCxnSpPr>
        <p:spPr>
          <a:xfrm flipH="1">
            <a:off x="4029075" y="752475"/>
            <a:ext cx="971550" cy="10761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7DEBC14-BE34-4270-82C0-E735DFBA1634}"/>
              </a:ext>
            </a:extLst>
          </p:cNvPr>
          <p:cNvSpPr/>
          <p:nvPr/>
        </p:nvSpPr>
        <p:spPr>
          <a:xfrm>
            <a:off x="3419474" y="1990725"/>
            <a:ext cx="1190625" cy="4000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225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CB04F6-9669-4322-9B09-9D4A9850D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89" y="1528815"/>
            <a:ext cx="7332763" cy="38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44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F26E8E-6917-4BD7-B429-8F590D7D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57" y="1904787"/>
            <a:ext cx="9030960" cy="3048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98EDB7-33BD-4DD2-82C7-BBEC890E9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622" y="139727"/>
            <a:ext cx="6192114" cy="1400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CB04F6-9669-4322-9B09-9D4A9850D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150" y="4953212"/>
            <a:ext cx="3703057" cy="191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44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EF98BC-003F-46BD-A162-AC8534024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45" y="1194348"/>
            <a:ext cx="10078857" cy="337232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81793FD-3E55-4663-9340-BC6A31BF037F}"/>
              </a:ext>
            </a:extLst>
          </p:cNvPr>
          <p:cNvSpPr/>
          <p:nvPr/>
        </p:nvSpPr>
        <p:spPr>
          <a:xfrm>
            <a:off x="4714875" y="2333841"/>
            <a:ext cx="3333750" cy="3693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252EF1-E97B-44D5-916F-C2C5CFD10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954" y="4414694"/>
            <a:ext cx="5658640" cy="20481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96645E-A53F-4CE5-A216-78431F02A64E}"/>
              </a:ext>
            </a:extLst>
          </p:cNvPr>
          <p:cNvSpPr txBox="1"/>
          <p:nvPr/>
        </p:nvSpPr>
        <p:spPr>
          <a:xfrm>
            <a:off x="4933950" y="2333842"/>
            <a:ext cx="2828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constructor (no parameters)</a:t>
            </a:r>
          </a:p>
        </p:txBody>
      </p:sp>
    </p:spTree>
    <p:extLst>
      <p:ext uri="{BB962C8B-B14F-4D97-AF65-F5344CB8AC3E}">
        <p14:creationId xmlns:p14="http://schemas.microsoft.com/office/powerpoint/2010/main" val="393501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169860-E41D-46E7-836D-F2DB368AE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699706"/>
            <a:ext cx="9793067" cy="54585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5CC4AA-A112-4E16-9283-C00647BD6B6D}"/>
              </a:ext>
            </a:extLst>
          </p:cNvPr>
          <p:cNvSpPr/>
          <p:nvPr/>
        </p:nvSpPr>
        <p:spPr>
          <a:xfrm>
            <a:off x="3057525" y="3876891"/>
            <a:ext cx="809625" cy="3236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9CA81C-3EA9-49AE-9E0B-3ED57B961732}"/>
              </a:ext>
            </a:extLst>
          </p:cNvPr>
          <p:cNvCxnSpPr/>
          <p:nvPr/>
        </p:nvCxnSpPr>
        <p:spPr>
          <a:xfrm flipH="1">
            <a:off x="3105150" y="1152525"/>
            <a:ext cx="866775" cy="600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C82516-F65C-41AA-A2EF-7614A3911B85}"/>
              </a:ext>
            </a:extLst>
          </p:cNvPr>
          <p:cNvCxnSpPr/>
          <p:nvPr/>
        </p:nvCxnSpPr>
        <p:spPr>
          <a:xfrm flipH="1">
            <a:off x="3686175" y="3257550"/>
            <a:ext cx="609600" cy="438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C6E4F5F-DAFC-46FB-BBCF-9BA3EB754CFD}"/>
              </a:ext>
            </a:extLst>
          </p:cNvPr>
          <p:cNvSpPr/>
          <p:nvPr/>
        </p:nvSpPr>
        <p:spPr>
          <a:xfrm>
            <a:off x="5295899" y="1152526"/>
            <a:ext cx="4619625" cy="3619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Constructors do not declare a return 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10B007-5C6F-4A80-8627-F24231A92A79}"/>
              </a:ext>
            </a:extLst>
          </p:cNvPr>
          <p:cNvSpPr/>
          <p:nvPr/>
        </p:nvSpPr>
        <p:spPr>
          <a:xfrm>
            <a:off x="6353859" y="3553257"/>
            <a:ext cx="3852180" cy="32363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Void indicates no value returned</a:t>
            </a:r>
          </a:p>
        </p:txBody>
      </p:sp>
    </p:spTree>
    <p:extLst>
      <p:ext uri="{BB962C8B-B14F-4D97-AF65-F5344CB8AC3E}">
        <p14:creationId xmlns:p14="http://schemas.microsoft.com/office/powerpoint/2010/main" val="404521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8F8523-EBD4-43FE-9A27-6A7BFCA49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626" y="5048254"/>
            <a:ext cx="5944430" cy="1467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7CF325-EFBC-4BC5-B6EB-D62A7A04C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30" y="1175989"/>
            <a:ext cx="9059539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54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153D77-D444-43D7-B16C-F5D3D4F4A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413" y="156444"/>
            <a:ext cx="9075024" cy="670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29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70C5F3-DB1D-46E1-ABE8-BF60B71C8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51" y="218950"/>
            <a:ext cx="7033179" cy="66547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6AA7DE-1552-412B-85E3-79A48469E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49" y="3559541"/>
            <a:ext cx="9497115" cy="20128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310F07-1479-46C6-AD02-F50B46ADD06E}"/>
              </a:ext>
            </a:extLst>
          </p:cNvPr>
          <p:cNvSpPr/>
          <p:nvPr/>
        </p:nvSpPr>
        <p:spPr>
          <a:xfrm>
            <a:off x="7278881" y="1772869"/>
            <a:ext cx="4598793" cy="9707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Constructors have different ‘signatures’ depending on number and type of parameters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241290-C325-4ADE-99B6-374F6823D806}"/>
              </a:ext>
            </a:extLst>
          </p:cNvPr>
          <p:cNvCxnSpPr/>
          <p:nvPr/>
        </p:nvCxnSpPr>
        <p:spPr>
          <a:xfrm flipH="1">
            <a:off x="7724775" y="2809875"/>
            <a:ext cx="657225" cy="619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862FCF-D23B-4AE9-822F-B392D1798E2A}"/>
              </a:ext>
            </a:extLst>
          </p:cNvPr>
          <p:cNvCxnSpPr/>
          <p:nvPr/>
        </p:nvCxnSpPr>
        <p:spPr>
          <a:xfrm flipH="1">
            <a:off x="3324225" y="2124075"/>
            <a:ext cx="38481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805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2D9718-3BEE-49FD-BF6A-D948923A6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9443"/>
            <a:ext cx="12192000" cy="465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20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414A14-9E25-4E41-9B20-D7BBC995D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34" y="1871759"/>
            <a:ext cx="12007065" cy="316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45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293B36-558A-4469-88AB-21883A1A3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833"/>
            <a:ext cx="12192000" cy="510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29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64DC36-1874-4752-9668-4C8A6C8A0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8306"/>
            <a:ext cx="12192000" cy="244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17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41E6A9-D8A4-4C66-BF27-6133815E0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104775"/>
            <a:ext cx="9569526" cy="26776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76D2FD-9861-48B8-B4DD-7C5528B5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86" y="2596994"/>
            <a:ext cx="9935364" cy="408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50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6D0AD9-1102-4246-8AD0-0C0A0EF6A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2" y="724185"/>
            <a:ext cx="11840217" cy="531702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249275-1D75-46B5-B3A8-37A4DEA2AA89}"/>
              </a:ext>
            </a:extLst>
          </p:cNvPr>
          <p:cNvCxnSpPr/>
          <p:nvPr/>
        </p:nvCxnSpPr>
        <p:spPr>
          <a:xfrm flipH="1">
            <a:off x="6893959" y="2992348"/>
            <a:ext cx="2044557" cy="8733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32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49D424-98B0-4AB5-BF6A-869B47A31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26" y="2368152"/>
            <a:ext cx="10815263" cy="177189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1A1CBE5-9B6F-421A-B2EA-1D184ED1DFE0}"/>
              </a:ext>
            </a:extLst>
          </p:cNvPr>
          <p:cNvCxnSpPr/>
          <p:nvPr/>
        </p:nvCxnSpPr>
        <p:spPr>
          <a:xfrm flipH="1">
            <a:off x="8979614" y="1921029"/>
            <a:ext cx="1140431" cy="13330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256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8E2C8B-FA03-4BDB-9732-40C6BE6AA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62"/>
            <a:ext cx="5875204" cy="10210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3188CC-830D-46C3-A4EB-8299B4CB8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4" y="1894413"/>
            <a:ext cx="10135435" cy="376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78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B5D80D-B59C-442E-B2FF-9F3007236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88" y="4256431"/>
            <a:ext cx="10259857" cy="24958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68E8B7-AD95-4868-A356-C3E07B35F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88" y="105671"/>
            <a:ext cx="9669224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88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89285C-CCEA-440F-9213-9D38D53C3A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932"/>
          <a:stretch/>
        </p:blipFill>
        <p:spPr>
          <a:xfrm>
            <a:off x="1018317" y="1438381"/>
            <a:ext cx="9872290" cy="47466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487A2E-5CA2-4D5A-8FA1-2D0F0D125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96" y="417290"/>
            <a:ext cx="5875204" cy="102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42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EFC0DE-5338-40A5-90EB-BFAC46E85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89" y="557635"/>
            <a:ext cx="10746768" cy="545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12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93AAA9-A207-4316-91EC-3AF239395A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358"/>
          <a:stretch/>
        </p:blipFill>
        <p:spPr>
          <a:xfrm>
            <a:off x="915665" y="760379"/>
            <a:ext cx="8278439" cy="533724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1136E4-7548-4FAD-B7B9-BE921768F77E}"/>
              </a:ext>
            </a:extLst>
          </p:cNvPr>
          <p:cNvCxnSpPr>
            <a:cxnSpLocks/>
          </p:cNvCxnSpPr>
          <p:nvPr/>
        </p:nvCxnSpPr>
        <p:spPr>
          <a:xfrm flipH="1">
            <a:off x="6421348" y="2250040"/>
            <a:ext cx="4448710" cy="15308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590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56C74B-D82A-4F8A-822A-2162991FB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3" y="2520301"/>
            <a:ext cx="10630328" cy="432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19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404EF0-09B9-4AD7-997D-077CA6A9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00" y="1833936"/>
            <a:ext cx="7754432" cy="41725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85CA1F-335F-49E8-A44C-B0BEF4E9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96" y="458387"/>
            <a:ext cx="5875204" cy="102109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BFBCE9-02C2-4D4D-864F-9463DAE0227D}"/>
              </a:ext>
            </a:extLst>
          </p:cNvPr>
          <p:cNvCxnSpPr/>
          <p:nvPr/>
        </p:nvCxnSpPr>
        <p:spPr>
          <a:xfrm flipH="1">
            <a:off x="5097158" y="5034337"/>
            <a:ext cx="1592495" cy="6986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5B7052-677A-47E6-ADE8-D5D08A0F46C8}"/>
              </a:ext>
            </a:extLst>
          </p:cNvPr>
          <p:cNvCxnSpPr/>
          <p:nvPr/>
        </p:nvCxnSpPr>
        <p:spPr>
          <a:xfrm flipV="1">
            <a:off x="3711860" y="6006468"/>
            <a:ext cx="82193" cy="8515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5922457-6E7C-4DD4-A70A-B59541DF4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500" y="1350368"/>
            <a:ext cx="607779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57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AD2C53-924D-42BB-AB46-9EC351826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36" y="150332"/>
            <a:ext cx="8169528" cy="664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36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C64680-E3BC-447B-9F54-26D55F1DC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35" y="113837"/>
            <a:ext cx="9707330" cy="663032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060E63-DDD1-4117-9B17-75BCB06F3E78}"/>
              </a:ext>
            </a:extLst>
          </p:cNvPr>
          <p:cNvCxnSpPr/>
          <p:nvPr/>
        </p:nvCxnSpPr>
        <p:spPr>
          <a:xfrm flipH="1">
            <a:off x="7346023" y="1417833"/>
            <a:ext cx="9760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3A3909C-4D0B-4C1C-8844-47E0DC1594D1}"/>
              </a:ext>
            </a:extLst>
          </p:cNvPr>
          <p:cNvCxnSpPr/>
          <p:nvPr/>
        </p:nvCxnSpPr>
        <p:spPr>
          <a:xfrm flipH="1">
            <a:off x="5607977" y="5679896"/>
            <a:ext cx="9760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452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1B6CC9-0DEE-4964-8528-F0C43BF3F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238" y="809652"/>
            <a:ext cx="9417714" cy="511797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33E2CC-C3FD-46FC-8FCE-80265BE51E6E}"/>
              </a:ext>
            </a:extLst>
          </p:cNvPr>
          <p:cNvCxnSpPr/>
          <p:nvPr/>
        </p:nvCxnSpPr>
        <p:spPr>
          <a:xfrm flipH="1" flipV="1">
            <a:off x="4767209" y="1510301"/>
            <a:ext cx="1736333" cy="5137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7C2F2DD-12D5-409F-A97C-1E8EA44C8E55}"/>
              </a:ext>
            </a:extLst>
          </p:cNvPr>
          <p:cNvSpPr/>
          <p:nvPr/>
        </p:nvSpPr>
        <p:spPr>
          <a:xfrm>
            <a:off x="1058238" y="708917"/>
            <a:ext cx="7017250" cy="21164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B55387-CDDB-49E3-9CC0-3E19E2161C76}"/>
              </a:ext>
            </a:extLst>
          </p:cNvPr>
          <p:cNvCxnSpPr/>
          <p:nvPr/>
        </p:nvCxnSpPr>
        <p:spPr>
          <a:xfrm flipH="1">
            <a:off x="6791218" y="3308279"/>
            <a:ext cx="1767155" cy="1207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149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4CAC-CD86-DAA4-61EB-4FBAF5A1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Interfaces, abstract classes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5371B-AA99-D482-F471-BC3616BDE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5354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852D04-424B-4CDA-A6C7-B0CAE8294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97" y="1272684"/>
            <a:ext cx="10357816" cy="4158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2796C3-116F-516A-5722-E4CE3AF1F566}"/>
              </a:ext>
            </a:extLst>
          </p:cNvPr>
          <p:cNvSpPr/>
          <p:nvPr/>
        </p:nvSpPr>
        <p:spPr>
          <a:xfrm>
            <a:off x="2242686" y="1366787"/>
            <a:ext cx="1337912" cy="442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22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4A5351-59E1-EEE7-F7DE-B2E5C355C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92" y="258471"/>
            <a:ext cx="11532978" cy="579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44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9D0F41-2BCE-4CFA-3F27-BADC2FFC52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711"/>
          <a:stretch>
            <a:fillRect/>
          </a:stretch>
        </p:blipFill>
        <p:spPr>
          <a:xfrm>
            <a:off x="0" y="2221598"/>
            <a:ext cx="11838591" cy="303379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CEEA32-8AE9-45C7-B0D3-916E6FA72FA7}"/>
              </a:ext>
            </a:extLst>
          </p:cNvPr>
          <p:cNvCxnSpPr/>
          <p:nvPr/>
        </p:nvCxnSpPr>
        <p:spPr>
          <a:xfrm flipH="1">
            <a:off x="8142973" y="1443789"/>
            <a:ext cx="962526" cy="1780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D12BD08-4843-3D98-A10C-FB5EF4B87A19}"/>
              </a:ext>
            </a:extLst>
          </p:cNvPr>
          <p:cNvSpPr/>
          <p:nvPr/>
        </p:nvSpPr>
        <p:spPr>
          <a:xfrm>
            <a:off x="6517345" y="376588"/>
            <a:ext cx="4598793" cy="9707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Constructors passes parameters back to base / abstract class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22A24E-A95F-B722-DC7D-48C429948DB1}"/>
              </a:ext>
            </a:extLst>
          </p:cNvPr>
          <p:cNvSpPr/>
          <p:nvPr/>
        </p:nvSpPr>
        <p:spPr>
          <a:xfrm>
            <a:off x="721333" y="2752825"/>
            <a:ext cx="4598793" cy="3850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Removed original constructor</a:t>
            </a:r>
          </a:p>
        </p:txBody>
      </p:sp>
    </p:spTree>
    <p:extLst>
      <p:ext uri="{BB962C8B-B14F-4D97-AF65-F5344CB8AC3E}">
        <p14:creationId xmlns:p14="http://schemas.microsoft.com/office/powerpoint/2010/main" val="320270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E872A0-DE02-0E89-6C3F-8E79EFD60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16" y="1087861"/>
            <a:ext cx="5019048" cy="41047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FAA2D0-E045-DA01-6755-0697450E05A2}"/>
              </a:ext>
            </a:extLst>
          </p:cNvPr>
          <p:cNvSpPr/>
          <p:nvPr/>
        </p:nvSpPr>
        <p:spPr>
          <a:xfrm>
            <a:off x="5496564" y="4467325"/>
            <a:ext cx="4598793" cy="9707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Add this to the abstract class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8D1E40-BBE5-EA01-A410-7D34A0284CA4}"/>
              </a:ext>
            </a:extLst>
          </p:cNvPr>
          <p:cNvCxnSpPr/>
          <p:nvPr/>
        </p:nvCxnSpPr>
        <p:spPr>
          <a:xfrm flipH="1">
            <a:off x="4119613" y="5014762"/>
            <a:ext cx="1232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2398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87A773-B15B-C6B9-F10F-FECF22FDC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13" y="2528354"/>
            <a:ext cx="11800573" cy="18012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E5071C-60CB-1C23-4ED8-7FF46721D6BF}"/>
              </a:ext>
            </a:extLst>
          </p:cNvPr>
          <p:cNvSpPr/>
          <p:nvPr/>
        </p:nvSpPr>
        <p:spPr>
          <a:xfrm>
            <a:off x="597305" y="877102"/>
            <a:ext cx="4598793" cy="9707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Modify this to implement abstract method from base class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5991C2-C11A-1CFF-EA61-74152318C84C}"/>
              </a:ext>
            </a:extLst>
          </p:cNvPr>
          <p:cNvSpPr/>
          <p:nvPr/>
        </p:nvSpPr>
        <p:spPr>
          <a:xfrm>
            <a:off x="1222411" y="2666198"/>
            <a:ext cx="943276" cy="2598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DDC459-390A-9DD4-94C4-0CDEB03270BE}"/>
              </a:ext>
            </a:extLst>
          </p:cNvPr>
          <p:cNvCxnSpPr/>
          <p:nvPr/>
        </p:nvCxnSpPr>
        <p:spPr>
          <a:xfrm flipH="1">
            <a:off x="1973179" y="1847839"/>
            <a:ext cx="356135" cy="500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9736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2D141-63A9-403A-8A02-0B31473E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B5BD4-AEFA-F103-842A-3FEAD57A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992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38F2-DAFE-8B22-44EE-CAFFB081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27874-114B-03C6-C95A-507B42BA0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5736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8A65-0C4C-0A0B-AC33-AC4B5949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E0947-8BE3-8F21-95C9-4413EB263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045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80E21-FA5E-AB13-5518-193D6E56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DF57A-3FA8-B6FE-5EBB-B398E2D10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06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BA1B-FB23-971D-1CB2-52255049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FC2B8-AD28-6B87-9822-7E7A55C48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289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77</Words>
  <Application>Microsoft Office PowerPoint</Application>
  <PresentationFormat>Widescreen</PresentationFormat>
  <Paragraphs>12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CameraKit Walkthrough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Interfaces, abstract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CameraKit Walkthrough</dc:title>
  <dc:creator>Seamus Hickey</dc:creator>
  <cp:lastModifiedBy>John Rowley</cp:lastModifiedBy>
  <cp:revision>34</cp:revision>
  <dcterms:created xsi:type="dcterms:W3CDTF">2025-11-11T10:09:12Z</dcterms:created>
  <dcterms:modified xsi:type="dcterms:W3CDTF">2025-11-18T10:09:58Z</dcterms:modified>
</cp:coreProperties>
</file>