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7" r:id="rId2"/>
    <p:sldId id="256" r:id="rId3"/>
    <p:sldId id="285" r:id="rId4"/>
    <p:sldId id="281" r:id="rId5"/>
    <p:sldId id="282" r:id="rId6"/>
    <p:sldId id="283" r:id="rId7"/>
    <p:sldId id="284" r:id="rId8"/>
    <p:sldId id="257" r:id="rId9"/>
    <p:sldId id="272" r:id="rId10"/>
    <p:sldId id="273" r:id="rId11"/>
    <p:sldId id="274" r:id="rId12"/>
    <p:sldId id="259" r:id="rId13"/>
    <p:sldId id="260" r:id="rId14"/>
    <p:sldId id="258" r:id="rId15"/>
    <p:sldId id="261" r:id="rId16"/>
    <p:sldId id="262" r:id="rId17"/>
    <p:sldId id="263" r:id="rId18"/>
    <p:sldId id="264" r:id="rId19"/>
    <p:sldId id="265" r:id="rId20"/>
    <p:sldId id="286" r:id="rId21"/>
    <p:sldId id="287" r:id="rId22"/>
    <p:sldId id="266" r:id="rId23"/>
    <p:sldId id="268" r:id="rId24"/>
    <p:sldId id="267" r:id="rId25"/>
    <p:sldId id="269" r:id="rId26"/>
    <p:sldId id="270" r:id="rId27"/>
    <p:sldId id="271" r:id="rId28"/>
    <p:sldId id="276" r:id="rId29"/>
    <p:sldId id="275" r:id="rId30"/>
    <p:sldId id="278" r:id="rId31"/>
    <p:sldId id="277" r:id="rId32"/>
    <p:sldId id="279" r:id="rId33"/>
    <p:sldId id="280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99" d="100"/>
          <a:sy n="99" d="100"/>
        </p:scale>
        <p:origin x="98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08556-7725-4EC2-9E22-844F178742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C220B-E349-49C4-98BA-1280571E3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8C00E-ACD6-44CA-8224-CB3DB1250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9A021-17A9-45F3-A626-C10123992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AB3021-7A36-4B61-B9E8-423498D0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201709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3708B-4423-46ED-9B6A-1F79FB5A5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3DAA1-BDA3-48F7-A04B-843DE3EA7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28550-1AFE-4C14-856E-4B7EF86E6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B6DA5-9A9F-4BC5-9F53-FA7213D1B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E9ACD1-1E2A-452B-A286-3040B87C9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6723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C4AE1-3DC6-4CA6-90E5-CB59891E3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491BD8-E37D-4989-86A5-6C39E9415C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F3095-DE6B-4A00-8F86-049B19033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5836D7-17A5-4B3E-921C-0408CC9AE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4C9B3E-F607-457B-A5F0-7ADC63F02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21116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0C5CF-3E8C-4425-884A-A11B5C99D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F49D33-150F-43C6-B118-597B995845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215084-9492-4300-AB35-6CEA12D30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79F8D8-1FBF-47FA-8C9D-1F1A37FBA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B670F0-42B2-426F-B15E-AA9A50590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FCC49D-06C7-4E57-BC27-59849FCF1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0419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CD42-8D80-47C2-9153-8F3BB1148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85312E-CAAD-4E6E-AEBB-6BAE6B0E0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20C220-71EE-4A34-B1D6-8C3281E1847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C7E44C-00CD-49CF-8F88-FB95E43E00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3499B6-F5AD-4FE7-8DB8-3ECE0B0CA5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0705D9-26C3-4DC9-A227-3296EF5AC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AD879B-129A-45BB-8D4B-6CFF760C7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E2E703-F98E-46A7-876B-9134A2A3C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75508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79FA1-811E-4400-BCE8-78BA05D78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459ADF-E181-48AC-BF17-08E774A7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11003-AE3A-4ECA-A9CE-4E4688810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B2D5D6-18AD-4426-8A81-FFE59BDF3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20589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66776-0C4E-4CA9-841D-F0621EE0A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17177FB-0825-47EE-9BC6-83DAAEA43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26DCC5-16B2-4506-A9AB-A1DFE6BB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3026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BB7FA-DA09-4FA4-BFE2-B6D898C8F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6A0C0-1C19-4599-902B-D35344F38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37FA8-C5E5-4679-9555-4C480B170C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D20B19-2595-4058-8B17-A6A2C555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CCBD-375D-430E-A046-DE5637DBC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98319-1278-4274-8A1F-2067D9911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359976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60C1D-99ED-4425-A07C-30A11BFCD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D9D389-BB1E-43F1-960D-20A61742F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C12496-9F0D-4819-8DF1-12224324BE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371559-CD4F-4311-9612-7FF856A61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7D2ADD-E9C7-4F6C-B321-DC959EAB7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9A841-B1B9-401F-8C51-B89993C9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94928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19A2F-2853-441B-851E-AAB0B6C9A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4EAE8B5-FA9C-4D98-8759-A68C2BFE7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B224A-95D1-4FC9-B456-BCC978D66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C3504-B422-4C96-A05B-8EB3ED073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6F785-76F1-405F-8F10-5546BDFF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724847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19C6F5-4DED-4401-8711-9385040B0A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C07DAA-4050-4EF4-929E-235F8BD60C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F46A3-B211-4E1D-8D74-3AB84DB8D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B3BFC6-507B-454A-8BFB-C5C11C88A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77415-59A6-46C3-966F-33511D74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653965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BBEC57-8157-4A0F-8BFA-27692DD0C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5B4BD0-8BE2-4E8B-AEEB-1319836B1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5C29E-6CA1-46FA-BB52-2B124A06C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BB6EC9-C718-4390-853C-59E596581ED2}" type="datetimeFigureOut">
              <a:rPr lang="en-IE" smtClean="0"/>
              <a:t>18/11/2025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3D600-A906-4CE8-A57F-5D0A779EF1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54069-48BD-4B05-ACB7-F55BA60306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A924E7-F954-4272-8E86-57F318ACA666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328725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DE8C1-1F59-3EE8-07E6-8016FB214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Kudvenkat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FB2A8-5C50-42B2-D8C9-5F3F7F6B27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https://www.youtube.com/watch?v=SXmVym6L8dw&amp;list=PLAC325451207E3105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4B9BF0-A1E2-5F1D-14DA-F914593C8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537" y="4758003"/>
            <a:ext cx="3047619" cy="103809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3CF75A7-6E3E-B6E8-B1C6-3679D370791F}"/>
              </a:ext>
            </a:extLst>
          </p:cNvPr>
          <p:cNvCxnSpPr/>
          <p:nvPr/>
        </p:nvCxnSpPr>
        <p:spPr>
          <a:xfrm flipH="1">
            <a:off x="4706754" y="3570973"/>
            <a:ext cx="2425566" cy="17132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882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61E0-FA94-43A1-A514-ED8BD9FC33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dirty="0" err="1"/>
              <a:t>CameraKit</a:t>
            </a:r>
            <a:r>
              <a:rPr lang="en-IE" dirty="0"/>
              <a:t> Walkthrough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E1029C-7098-41E2-91CC-A17A69D898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1655762"/>
          </a:xfrm>
        </p:spPr>
        <p:txBody>
          <a:bodyPr/>
          <a:lstStyle/>
          <a:p>
            <a:r>
              <a:rPr lang="en-IE" dirty="0"/>
              <a:t>https://github.com/JohnRowleyDorsetCollege2025/oop-2025-a-camera-rental-20251111.git</a:t>
            </a:r>
          </a:p>
        </p:txBody>
      </p:sp>
    </p:spTree>
    <p:extLst>
      <p:ext uri="{BB962C8B-B14F-4D97-AF65-F5344CB8AC3E}">
        <p14:creationId xmlns:p14="http://schemas.microsoft.com/office/powerpoint/2010/main" val="3068780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E7DCFB6-2ACA-413A-8B09-181A17AD9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19" y="0"/>
            <a:ext cx="10774762" cy="685800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8AB72E8-9DF1-4B2F-B53D-3270B5FB3F01}"/>
              </a:ext>
            </a:extLst>
          </p:cNvPr>
          <p:cNvCxnSpPr/>
          <p:nvPr/>
        </p:nvCxnSpPr>
        <p:spPr>
          <a:xfrm flipH="1">
            <a:off x="2962275" y="514350"/>
            <a:ext cx="1314450" cy="8858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10E5806-5DB6-45A1-AC20-D464967D7EA4}"/>
              </a:ext>
            </a:extLst>
          </p:cNvPr>
          <p:cNvCxnSpPr/>
          <p:nvPr/>
        </p:nvCxnSpPr>
        <p:spPr>
          <a:xfrm flipH="1">
            <a:off x="7991475" y="981075"/>
            <a:ext cx="1000125" cy="6667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5060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E757A81-DE4F-408D-9AC1-C2C3D5028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270" y="463271"/>
            <a:ext cx="8877460" cy="5737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1305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B1C7BB-3149-40D6-8584-80589B4308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6211" y="500062"/>
            <a:ext cx="9197237" cy="5857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8773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C2D2D4E-10E8-4217-AF7C-A65D7C011C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250" y="1660977"/>
            <a:ext cx="9925050" cy="2755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765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70CBC4A-BF0A-4A25-A217-BD382811A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488" y="1204662"/>
            <a:ext cx="3934374" cy="3591426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04D6683-C21C-4DD1-B961-2744EEFA8092}"/>
              </a:ext>
            </a:extLst>
          </p:cNvPr>
          <p:cNvCxnSpPr/>
          <p:nvPr/>
        </p:nvCxnSpPr>
        <p:spPr>
          <a:xfrm flipH="1">
            <a:off x="5753100" y="2095500"/>
            <a:ext cx="3771900" cy="12477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361ECCF-EF5D-4D64-BF76-78E348E0F17E}"/>
              </a:ext>
            </a:extLst>
          </p:cNvPr>
          <p:cNvSpPr txBox="1"/>
          <p:nvPr/>
        </p:nvSpPr>
        <p:spPr>
          <a:xfrm>
            <a:off x="7820025" y="2973943"/>
            <a:ext cx="192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Create New Folder</a:t>
            </a:r>
          </a:p>
        </p:txBody>
      </p:sp>
    </p:spTree>
    <p:extLst>
      <p:ext uri="{BB962C8B-B14F-4D97-AF65-F5344CB8AC3E}">
        <p14:creationId xmlns:p14="http://schemas.microsoft.com/office/powerpoint/2010/main" val="1015573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98EDB7-33BD-4DD2-82C7-BBEC890E9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963" y="457584"/>
            <a:ext cx="6192114" cy="140037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7167BE7-087E-4903-B9A4-46238D8FB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785" y="2886075"/>
            <a:ext cx="3536066" cy="297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014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F26E8E-6917-4BD7-B429-8F590D7DD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57" y="1904787"/>
            <a:ext cx="9030960" cy="3048425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9671EA6-38D4-43F1-A23C-E05B37A0A680}"/>
              </a:ext>
            </a:extLst>
          </p:cNvPr>
          <p:cNvCxnSpPr/>
          <p:nvPr/>
        </p:nvCxnSpPr>
        <p:spPr>
          <a:xfrm flipH="1">
            <a:off x="4029075" y="752475"/>
            <a:ext cx="971550" cy="107611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C7DEBC14-BE34-4270-82C0-E735DFBA1634}"/>
              </a:ext>
            </a:extLst>
          </p:cNvPr>
          <p:cNvSpPr/>
          <p:nvPr/>
        </p:nvSpPr>
        <p:spPr>
          <a:xfrm>
            <a:off x="3419474" y="1990725"/>
            <a:ext cx="1190625" cy="4000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42255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3CB04F6-9669-4322-9B09-9D4A9850D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089" y="1528815"/>
            <a:ext cx="7332763" cy="38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244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F26E8E-6917-4BD7-B429-8F590D7DD4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857" y="1904787"/>
            <a:ext cx="9030960" cy="30484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98EDB7-33BD-4DD2-82C7-BBEC890E9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622" y="139727"/>
            <a:ext cx="6192114" cy="14003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CB04F6-9669-4322-9B09-9D4A9850D0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5150" y="4953212"/>
            <a:ext cx="3703057" cy="1919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441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EF98BC-003F-46BD-A162-AC8534024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845" y="1194348"/>
            <a:ext cx="10078857" cy="337232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1793FD-3E55-4663-9340-BC6A31BF037F}"/>
              </a:ext>
            </a:extLst>
          </p:cNvPr>
          <p:cNvSpPr/>
          <p:nvPr/>
        </p:nvSpPr>
        <p:spPr>
          <a:xfrm>
            <a:off x="4714875" y="2333841"/>
            <a:ext cx="3333750" cy="36933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8252EF1-E97B-44D5-916F-C2C5CFD10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954" y="4414694"/>
            <a:ext cx="5658640" cy="204816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96645E-A53F-4CE5-A216-78431F02A64E}"/>
              </a:ext>
            </a:extLst>
          </p:cNvPr>
          <p:cNvSpPr txBox="1"/>
          <p:nvPr/>
        </p:nvSpPr>
        <p:spPr>
          <a:xfrm>
            <a:off x="4933950" y="2333842"/>
            <a:ext cx="2828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constructor (no parameters)</a:t>
            </a:r>
          </a:p>
        </p:txBody>
      </p:sp>
    </p:spTree>
    <p:extLst>
      <p:ext uri="{BB962C8B-B14F-4D97-AF65-F5344CB8AC3E}">
        <p14:creationId xmlns:p14="http://schemas.microsoft.com/office/powerpoint/2010/main" val="393501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169860-E41D-46E7-836D-F2DB368AE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66" y="699706"/>
            <a:ext cx="9793067" cy="545858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A65CC4AA-A112-4E16-9283-C00647BD6B6D}"/>
              </a:ext>
            </a:extLst>
          </p:cNvPr>
          <p:cNvSpPr/>
          <p:nvPr/>
        </p:nvSpPr>
        <p:spPr>
          <a:xfrm>
            <a:off x="3057525" y="3876891"/>
            <a:ext cx="809625" cy="3236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9CA81C-3EA9-49AE-9E0B-3ED57B961732}"/>
              </a:ext>
            </a:extLst>
          </p:cNvPr>
          <p:cNvCxnSpPr/>
          <p:nvPr/>
        </p:nvCxnSpPr>
        <p:spPr>
          <a:xfrm flipH="1">
            <a:off x="3105150" y="1152525"/>
            <a:ext cx="866775" cy="6000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AC82516-F65C-41AA-A2EF-7614A3911B85}"/>
              </a:ext>
            </a:extLst>
          </p:cNvPr>
          <p:cNvCxnSpPr/>
          <p:nvPr/>
        </p:nvCxnSpPr>
        <p:spPr>
          <a:xfrm flipH="1">
            <a:off x="3686175" y="3257550"/>
            <a:ext cx="609600" cy="4381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DC6E4F5F-DAFC-46FB-BBCF-9BA3EB754CFD}"/>
              </a:ext>
            </a:extLst>
          </p:cNvPr>
          <p:cNvSpPr/>
          <p:nvPr/>
        </p:nvSpPr>
        <p:spPr>
          <a:xfrm>
            <a:off x="5295899" y="1152526"/>
            <a:ext cx="4619625" cy="36195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do not declare a return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910B007-5C6F-4A80-8627-F24231A92A79}"/>
              </a:ext>
            </a:extLst>
          </p:cNvPr>
          <p:cNvSpPr/>
          <p:nvPr/>
        </p:nvSpPr>
        <p:spPr>
          <a:xfrm>
            <a:off x="6353859" y="3553257"/>
            <a:ext cx="3852180" cy="32363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Void indicates no value returned</a:t>
            </a:r>
          </a:p>
        </p:txBody>
      </p:sp>
    </p:spTree>
    <p:extLst>
      <p:ext uri="{BB962C8B-B14F-4D97-AF65-F5344CB8AC3E}">
        <p14:creationId xmlns:p14="http://schemas.microsoft.com/office/powerpoint/2010/main" val="404521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8F8523-EBD4-43FE-9A27-6A7BFCA492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626" y="5048254"/>
            <a:ext cx="5944430" cy="146705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27CF325-EFBC-4BC5-B6EB-D62A7A04C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230" y="1175989"/>
            <a:ext cx="9059539" cy="3458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54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0153D77-D444-43D7-B16C-F5D3D4F4A7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413" y="156444"/>
            <a:ext cx="9075024" cy="6701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829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070C5F3-DB1D-46E1-ABE8-BF60B71C8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51" y="218950"/>
            <a:ext cx="7033179" cy="665477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6AA7DE-1552-412B-85E3-79A48469EC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49" y="3559541"/>
            <a:ext cx="9497115" cy="201287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C310F07-1479-46C6-AD02-F50B46ADD06E}"/>
              </a:ext>
            </a:extLst>
          </p:cNvPr>
          <p:cNvSpPr/>
          <p:nvPr/>
        </p:nvSpPr>
        <p:spPr>
          <a:xfrm>
            <a:off x="7278881" y="1772869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have different ‘signatures’ depending on number and type of parameters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7241290-C325-4ADE-99B6-374F6823D806}"/>
              </a:ext>
            </a:extLst>
          </p:cNvPr>
          <p:cNvCxnSpPr/>
          <p:nvPr/>
        </p:nvCxnSpPr>
        <p:spPr>
          <a:xfrm flipH="1">
            <a:off x="7724775" y="2809875"/>
            <a:ext cx="657225" cy="6191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0862FCF-D23B-4AE9-822F-B392D1798E2A}"/>
              </a:ext>
            </a:extLst>
          </p:cNvPr>
          <p:cNvCxnSpPr/>
          <p:nvPr/>
        </p:nvCxnSpPr>
        <p:spPr>
          <a:xfrm flipH="1">
            <a:off x="3324225" y="2124075"/>
            <a:ext cx="3848100" cy="457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8054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A2D9718-3BEE-49FD-BF6A-D948923A67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9443"/>
            <a:ext cx="12192000" cy="465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120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1414A14-9E25-4E41-9B20-D7BBC995D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4" y="1871759"/>
            <a:ext cx="12007065" cy="316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5458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4293B36-558A-4469-88AB-21883A1A3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8833"/>
            <a:ext cx="12192000" cy="510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3299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64DC36-1874-4752-9668-4C8A6C8A0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08306"/>
            <a:ext cx="12192000" cy="2441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217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41E6A9-D8A4-4C66-BF27-6133815E0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104775"/>
            <a:ext cx="9569526" cy="267768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76D2FD-9861-48B8-B4DD-7C5528B50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786" y="2596994"/>
            <a:ext cx="9935364" cy="408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70502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B6D0AD9-1102-4246-8AD0-0C0A0EF6A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52" y="724185"/>
            <a:ext cx="11840217" cy="531702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249275-1D75-46B5-B3A8-37A4DEA2AA89}"/>
              </a:ext>
            </a:extLst>
          </p:cNvPr>
          <p:cNvCxnSpPr/>
          <p:nvPr/>
        </p:nvCxnSpPr>
        <p:spPr>
          <a:xfrm flipH="1">
            <a:off x="6893959" y="2992348"/>
            <a:ext cx="2044557" cy="87330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3325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449D424-98B0-4AB5-BF6A-869B47A31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626" y="2368152"/>
            <a:ext cx="10815263" cy="177189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1A1CBE5-9B6F-421A-B2EA-1D184ED1DFE0}"/>
              </a:ext>
            </a:extLst>
          </p:cNvPr>
          <p:cNvCxnSpPr/>
          <p:nvPr/>
        </p:nvCxnSpPr>
        <p:spPr>
          <a:xfrm flipH="1">
            <a:off x="8979614" y="1921029"/>
            <a:ext cx="1140431" cy="13330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22568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8E2C8B-FA03-4BDB-9732-40C6BE6AA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0162"/>
            <a:ext cx="5875204" cy="102109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3188CC-830D-46C3-A4EB-8299B4CB8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974" y="1894413"/>
            <a:ext cx="10135435" cy="3768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278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B5D80D-B59C-442E-B2FF-9F3007236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588" y="4256431"/>
            <a:ext cx="10259857" cy="249589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668E8B7-AD95-4868-A356-C3E07B35F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88" y="105671"/>
            <a:ext cx="9669224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24885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189285C-CCEA-440F-9213-9D38D53C3AB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17932"/>
          <a:stretch/>
        </p:blipFill>
        <p:spPr>
          <a:xfrm>
            <a:off x="1018317" y="1438381"/>
            <a:ext cx="9872290" cy="474666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487A2E-5CA2-4D5A-8FA1-2D0F0D125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96" y="417290"/>
            <a:ext cx="5875204" cy="102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29427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BEFC0DE-5338-40A5-90EB-BFAC46E851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89" y="557635"/>
            <a:ext cx="10746768" cy="545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0121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93AAA9-A207-4316-91EC-3AF239395A0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2358"/>
          <a:stretch/>
        </p:blipFill>
        <p:spPr>
          <a:xfrm>
            <a:off x="915665" y="760379"/>
            <a:ext cx="8278439" cy="533724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61136E4-7548-4FAD-B7B9-BE921768F77E}"/>
              </a:ext>
            </a:extLst>
          </p:cNvPr>
          <p:cNvCxnSpPr>
            <a:cxnSpLocks/>
          </p:cNvCxnSpPr>
          <p:nvPr/>
        </p:nvCxnSpPr>
        <p:spPr>
          <a:xfrm flipH="1">
            <a:off x="6421348" y="2250040"/>
            <a:ext cx="4448710" cy="153085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5903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56C74B-D82A-4F8A-822A-2162991FB9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43" y="2520301"/>
            <a:ext cx="10630328" cy="432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619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C404EF0-09B9-4AD7-997D-077CA6A98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500" y="1833936"/>
            <a:ext cx="7754432" cy="41725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E85CA1F-335F-49E8-A44C-B0BEF4E96B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96" y="458387"/>
            <a:ext cx="5875204" cy="102109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5BFBCE9-02C2-4D4D-864F-9463DAE0227D}"/>
              </a:ext>
            </a:extLst>
          </p:cNvPr>
          <p:cNvCxnSpPr/>
          <p:nvPr/>
        </p:nvCxnSpPr>
        <p:spPr>
          <a:xfrm flipH="1">
            <a:off x="5097158" y="5034337"/>
            <a:ext cx="1592495" cy="6986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65B7052-677A-47E6-ADE8-D5D08A0F46C8}"/>
              </a:ext>
            </a:extLst>
          </p:cNvPr>
          <p:cNvCxnSpPr/>
          <p:nvPr/>
        </p:nvCxnSpPr>
        <p:spPr>
          <a:xfrm flipV="1">
            <a:off x="3711860" y="6006468"/>
            <a:ext cx="82193" cy="851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15922457-6E7C-4DD4-A70A-B59541DF4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500" y="1350368"/>
            <a:ext cx="6077798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2573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AD2C53-924D-42BB-AB46-9EC351826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036" y="150332"/>
            <a:ext cx="8169528" cy="6645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936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DC64680-E3BC-447B-9F54-26D55F1DC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35" y="113837"/>
            <a:ext cx="9707330" cy="663032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060E63-DDD1-4117-9B17-75BCB06F3E78}"/>
              </a:ext>
            </a:extLst>
          </p:cNvPr>
          <p:cNvCxnSpPr/>
          <p:nvPr/>
        </p:nvCxnSpPr>
        <p:spPr>
          <a:xfrm flipH="1">
            <a:off x="7346023" y="1417833"/>
            <a:ext cx="97604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3A3909C-4D0B-4C1C-8844-47E0DC1594D1}"/>
              </a:ext>
            </a:extLst>
          </p:cNvPr>
          <p:cNvCxnSpPr/>
          <p:nvPr/>
        </p:nvCxnSpPr>
        <p:spPr>
          <a:xfrm flipH="1">
            <a:off x="5607977" y="5679896"/>
            <a:ext cx="976045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94525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91B6CC9-0DEE-4964-8528-F0C43BF3F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238" y="809652"/>
            <a:ext cx="9417714" cy="5117974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33E2CC-C3FD-46FC-8FCE-80265BE51E6E}"/>
              </a:ext>
            </a:extLst>
          </p:cNvPr>
          <p:cNvCxnSpPr/>
          <p:nvPr/>
        </p:nvCxnSpPr>
        <p:spPr>
          <a:xfrm flipH="1" flipV="1">
            <a:off x="4767209" y="1510301"/>
            <a:ext cx="1736333" cy="51370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7C2F2DD-12D5-409F-A97C-1E8EA44C8E55}"/>
              </a:ext>
            </a:extLst>
          </p:cNvPr>
          <p:cNvSpPr/>
          <p:nvPr/>
        </p:nvSpPr>
        <p:spPr>
          <a:xfrm>
            <a:off x="1058238" y="708917"/>
            <a:ext cx="7017250" cy="21164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3B55387-CDDB-49E3-9CC0-3E19E2161C76}"/>
              </a:ext>
            </a:extLst>
          </p:cNvPr>
          <p:cNvCxnSpPr/>
          <p:nvPr/>
        </p:nvCxnSpPr>
        <p:spPr>
          <a:xfrm flipH="1">
            <a:off x="6791218" y="3308279"/>
            <a:ext cx="1767155" cy="1207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1496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B4CAC-CD86-DAA4-61EB-4FBAF5A12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Interfaces, abstract classes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B5371B-AA99-D482-F471-BC3616BDE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535483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852D04-424B-4CDA-A6C7-B0CAE82944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097" y="1272684"/>
            <a:ext cx="10357816" cy="415862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32796C3-116F-516A-5722-E4CE3AF1F566}"/>
              </a:ext>
            </a:extLst>
          </p:cNvPr>
          <p:cNvSpPr/>
          <p:nvPr/>
        </p:nvSpPr>
        <p:spPr>
          <a:xfrm>
            <a:off x="2242686" y="1366787"/>
            <a:ext cx="1337912" cy="4427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1227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A4A5351-59E1-EEE7-F7DE-B2E5C355C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92" y="258471"/>
            <a:ext cx="11532978" cy="5795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24495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9D0F41-2BCE-4CFA-3F27-BADC2FFC52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711"/>
          <a:stretch>
            <a:fillRect/>
          </a:stretch>
        </p:blipFill>
        <p:spPr>
          <a:xfrm>
            <a:off x="0" y="2221598"/>
            <a:ext cx="11838591" cy="303379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BCEEA32-8AE9-45C7-B0D3-916E6FA72FA7}"/>
              </a:ext>
            </a:extLst>
          </p:cNvPr>
          <p:cNvCxnSpPr/>
          <p:nvPr/>
        </p:nvCxnSpPr>
        <p:spPr>
          <a:xfrm flipH="1">
            <a:off x="8142973" y="1443789"/>
            <a:ext cx="962526" cy="17806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8D12BD08-4843-3D98-A10C-FB5EF4B87A19}"/>
              </a:ext>
            </a:extLst>
          </p:cNvPr>
          <p:cNvSpPr/>
          <p:nvPr/>
        </p:nvSpPr>
        <p:spPr>
          <a:xfrm>
            <a:off x="6517345" y="376588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Constructors passes parameters back to base / abstract class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22A24E-A95F-B722-DC7D-48C429948DB1}"/>
              </a:ext>
            </a:extLst>
          </p:cNvPr>
          <p:cNvSpPr/>
          <p:nvPr/>
        </p:nvSpPr>
        <p:spPr>
          <a:xfrm>
            <a:off x="721333" y="2752825"/>
            <a:ext cx="4598793" cy="38501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Removed original constructor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649D702-9337-98B7-1A4A-A8880FE0A019}"/>
              </a:ext>
            </a:extLst>
          </p:cNvPr>
          <p:cNvCxnSpPr/>
          <p:nvPr/>
        </p:nvCxnSpPr>
        <p:spPr>
          <a:xfrm>
            <a:off x="1155032" y="3936733"/>
            <a:ext cx="1309035" cy="1039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ABDEB68-668A-2818-C2D7-29410C7BD490}"/>
              </a:ext>
            </a:extLst>
          </p:cNvPr>
          <p:cNvCxnSpPr/>
          <p:nvPr/>
        </p:nvCxnSpPr>
        <p:spPr>
          <a:xfrm flipH="1">
            <a:off x="1318661" y="3917482"/>
            <a:ext cx="1251284" cy="10299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9758352B-379C-3492-D74D-118ECBCC6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81" y="5255393"/>
            <a:ext cx="10000228" cy="133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700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E872A0-DE02-0E89-6C3F-8E79EFD60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16" y="1087861"/>
            <a:ext cx="5019048" cy="410476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FFAA2D0-E045-DA01-6755-0697450E05A2}"/>
              </a:ext>
            </a:extLst>
          </p:cNvPr>
          <p:cNvSpPr/>
          <p:nvPr/>
        </p:nvSpPr>
        <p:spPr>
          <a:xfrm>
            <a:off x="5496564" y="4467325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Add this to the abstract class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78D1E40-BBE5-EA01-A410-7D34A0284CA4}"/>
              </a:ext>
            </a:extLst>
          </p:cNvPr>
          <p:cNvCxnSpPr/>
          <p:nvPr/>
        </p:nvCxnSpPr>
        <p:spPr>
          <a:xfrm flipH="1">
            <a:off x="4119613" y="5014762"/>
            <a:ext cx="123203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642398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C87A773-B15B-C6B9-F10F-FECF22FDC7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13" y="2528354"/>
            <a:ext cx="11800573" cy="180129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E5071C-60CB-1C23-4ED8-7FF46721D6BF}"/>
              </a:ext>
            </a:extLst>
          </p:cNvPr>
          <p:cNvSpPr/>
          <p:nvPr/>
        </p:nvSpPr>
        <p:spPr>
          <a:xfrm>
            <a:off x="597305" y="877102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Modify this to implement abstract method from base class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5991C2-C11A-1CFF-EA61-74152318C84C}"/>
              </a:ext>
            </a:extLst>
          </p:cNvPr>
          <p:cNvSpPr/>
          <p:nvPr/>
        </p:nvSpPr>
        <p:spPr>
          <a:xfrm>
            <a:off x="1222411" y="2666198"/>
            <a:ext cx="943276" cy="259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DDC459-390A-9DD4-94C4-0CDEB03270BE}"/>
              </a:ext>
            </a:extLst>
          </p:cNvPr>
          <p:cNvCxnSpPr/>
          <p:nvPr/>
        </p:nvCxnSpPr>
        <p:spPr>
          <a:xfrm flipH="1">
            <a:off x="1973179" y="1847839"/>
            <a:ext cx="356135" cy="500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819736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997F211-3BBA-8C38-8964-235CE5B147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682" y="245579"/>
            <a:ext cx="5492670" cy="22184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80957E3-89DC-CFDF-3344-0D3E9771B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11" y="4117466"/>
            <a:ext cx="11271367" cy="1474812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DED1B5-2B17-6F7B-829D-44E013B001C4}"/>
              </a:ext>
            </a:extLst>
          </p:cNvPr>
          <p:cNvCxnSpPr/>
          <p:nvPr/>
        </p:nvCxnSpPr>
        <p:spPr>
          <a:xfrm flipH="1">
            <a:off x="8412480" y="2645873"/>
            <a:ext cx="644892" cy="12897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9929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81F9B75-EC1C-AF42-3906-1901803A60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646" y="443463"/>
            <a:ext cx="7746619" cy="43694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4B81AC-8435-34BE-CC4E-BC52762723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16" y="5070367"/>
            <a:ext cx="11271367" cy="1474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65736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730E9BC-3139-7AE8-8C1C-B46C888594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260" y="423908"/>
            <a:ext cx="4323809" cy="233333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FD7A3A-B6D6-3B43-D09C-DAB512C2BB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2526" y="2847631"/>
            <a:ext cx="8997895" cy="337206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0F462E6-A66D-9574-CD2C-9D4E65D2B39D}"/>
              </a:ext>
            </a:extLst>
          </p:cNvPr>
          <p:cNvSpPr/>
          <p:nvPr/>
        </p:nvSpPr>
        <p:spPr>
          <a:xfrm>
            <a:off x="1318660" y="952901"/>
            <a:ext cx="644893" cy="375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A0FF7A-1DBD-6691-861B-33CB0EC0F7BE}"/>
              </a:ext>
            </a:extLst>
          </p:cNvPr>
          <p:cNvCxnSpPr/>
          <p:nvPr/>
        </p:nvCxnSpPr>
        <p:spPr>
          <a:xfrm flipH="1">
            <a:off x="2088682" y="77002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09FD424-57F3-4DD8-C9C6-FE7DF8C992C8}"/>
              </a:ext>
            </a:extLst>
          </p:cNvPr>
          <p:cNvCxnSpPr/>
          <p:nvPr/>
        </p:nvCxnSpPr>
        <p:spPr>
          <a:xfrm flipH="1">
            <a:off x="3415364" y="3429000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8C3CDB-C391-65EC-46FA-1BF246D35C69}"/>
              </a:ext>
            </a:extLst>
          </p:cNvPr>
          <p:cNvCxnSpPr/>
          <p:nvPr/>
        </p:nvCxnSpPr>
        <p:spPr>
          <a:xfrm flipH="1">
            <a:off x="3548513" y="4533661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0EA304-62F3-12F4-CA34-F2CB77C451D4}"/>
              </a:ext>
            </a:extLst>
          </p:cNvPr>
          <p:cNvCxnSpPr/>
          <p:nvPr/>
        </p:nvCxnSpPr>
        <p:spPr>
          <a:xfrm flipH="1">
            <a:off x="2231579" y="2003539"/>
            <a:ext cx="1780674" cy="7988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8D564A3A-CAFB-50BE-388F-EB52B00F8D25}"/>
              </a:ext>
            </a:extLst>
          </p:cNvPr>
          <p:cNvSpPr/>
          <p:nvPr/>
        </p:nvSpPr>
        <p:spPr>
          <a:xfrm>
            <a:off x="6274547" y="1223612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Modify Book to return a bool (true/false) and update the method with return declaration and return values</a:t>
            </a:r>
          </a:p>
        </p:txBody>
      </p:sp>
    </p:spTree>
    <p:extLst>
      <p:ext uri="{BB962C8B-B14F-4D97-AF65-F5344CB8AC3E}">
        <p14:creationId xmlns:p14="http://schemas.microsoft.com/office/powerpoint/2010/main" val="195504521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F1AA596-877A-C1F9-4CE9-006B4E9426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03" y="1325346"/>
            <a:ext cx="7784498" cy="4439691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476451C-AC8C-7356-C9CD-AD3B39171AB8}"/>
              </a:ext>
            </a:extLst>
          </p:cNvPr>
          <p:cNvSpPr/>
          <p:nvPr/>
        </p:nvSpPr>
        <p:spPr>
          <a:xfrm>
            <a:off x="7361465" y="4024563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Add the two new methods but throw an ‘Not Implemented Exception’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BFEA6A-9607-2A81-E9C4-CF6AF022A8E7}"/>
              </a:ext>
            </a:extLst>
          </p:cNvPr>
          <p:cNvCxnSpPr>
            <a:cxnSpLocks/>
          </p:cNvCxnSpPr>
          <p:nvPr/>
        </p:nvCxnSpPr>
        <p:spPr>
          <a:xfrm flipH="1">
            <a:off x="4254366" y="4379495"/>
            <a:ext cx="229081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7ACE3D-14E0-520D-04D4-D7FDC67B3FB7}"/>
              </a:ext>
            </a:extLst>
          </p:cNvPr>
          <p:cNvCxnSpPr>
            <a:cxnSpLocks/>
          </p:cNvCxnSpPr>
          <p:nvPr/>
        </p:nvCxnSpPr>
        <p:spPr>
          <a:xfrm flipH="1">
            <a:off x="6225941" y="4849528"/>
            <a:ext cx="9496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0067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4D1CEC-E4E6-7374-3C86-92BC2DB282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251" y="1870430"/>
            <a:ext cx="9757498" cy="2922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82897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E135F79-0A20-4A52-FEE0-542DB805A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70" y="1660405"/>
            <a:ext cx="11949759" cy="346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191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B1407E7-F4F1-F02F-22F5-6FD7662971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88" y="1329298"/>
            <a:ext cx="11685714" cy="33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2074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04496C2-A46A-57EA-458E-6C3B73010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242" y="3428999"/>
            <a:ext cx="9219048" cy="17904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D230C4-1B23-C9D8-66FC-59FAFAC69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33" y="294048"/>
            <a:ext cx="11933333" cy="33047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38A32E-3858-5C0E-D083-BE651BC0D181}"/>
              </a:ext>
            </a:extLst>
          </p:cNvPr>
          <p:cNvCxnSpPr/>
          <p:nvPr/>
        </p:nvCxnSpPr>
        <p:spPr>
          <a:xfrm flipH="1">
            <a:off x="7223760" y="1457262"/>
            <a:ext cx="279132" cy="8085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253CB58-7359-CA2D-FAEC-6A439D430283}"/>
              </a:ext>
            </a:extLst>
          </p:cNvPr>
          <p:cNvCxnSpPr/>
          <p:nvPr/>
        </p:nvCxnSpPr>
        <p:spPr>
          <a:xfrm flipH="1">
            <a:off x="8951494" y="1438012"/>
            <a:ext cx="182880" cy="827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8E050CB-DB2F-24E3-B299-7227C8A7F1D9}"/>
              </a:ext>
            </a:extLst>
          </p:cNvPr>
          <p:cNvSpPr/>
          <p:nvPr/>
        </p:nvSpPr>
        <p:spPr>
          <a:xfrm>
            <a:off x="7223760" y="2943631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Constructor instantiation (initialising) needs to be updated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E3E2709-3B81-0599-C231-49F3107DEA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758" y="5075810"/>
            <a:ext cx="9947532" cy="140655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EDA721-E946-6E6F-869D-7580011BFD3C}"/>
              </a:ext>
            </a:extLst>
          </p:cNvPr>
          <p:cNvCxnSpPr/>
          <p:nvPr/>
        </p:nvCxnSpPr>
        <p:spPr>
          <a:xfrm flipH="1">
            <a:off x="8604985" y="5361272"/>
            <a:ext cx="259882" cy="567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1E6544E-B603-01C1-5937-76EFF18BABE8}"/>
              </a:ext>
            </a:extLst>
          </p:cNvPr>
          <p:cNvCxnSpPr/>
          <p:nvPr/>
        </p:nvCxnSpPr>
        <p:spPr>
          <a:xfrm flipH="1">
            <a:off x="7502892" y="5573027"/>
            <a:ext cx="332072" cy="3753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Oval 16">
            <a:extLst>
              <a:ext uri="{FF2B5EF4-FFF2-40B4-BE49-F238E27FC236}">
                <a16:creationId xmlns:a16="http://schemas.microsoft.com/office/drawing/2014/main" id="{6E7BDF7A-20BF-DFF9-62FC-E3FFE3BEE968}"/>
              </a:ext>
            </a:extLst>
          </p:cNvPr>
          <p:cNvSpPr/>
          <p:nvPr/>
        </p:nvSpPr>
        <p:spPr>
          <a:xfrm>
            <a:off x="7976936" y="1466631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E800700-19D3-1A03-B613-64942D8CD479}"/>
              </a:ext>
            </a:extLst>
          </p:cNvPr>
          <p:cNvSpPr/>
          <p:nvPr/>
        </p:nvSpPr>
        <p:spPr>
          <a:xfrm>
            <a:off x="5605524" y="3928002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2AEF034-73CB-04EC-8F35-78BDC91ED4C9}"/>
              </a:ext>
            </a:extLst>
          </p:cNvPr>
          <p:cNvSpPr/>
          <p:nvPr/>
        </p:nvSpPr>
        <p:spPr>
          <a:xfrm>
            <a:off x="8062935" y="5199995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8342394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144E30-A43B-2161-4745-9C2991B549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000" y="1297689"/>
            <a:ext cx="11800000" cy="3742857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9CA08883-3AEF-653C-1EF4-0E30F58C1058}"/>
              </a:ext>
            </a:extLst>
          </p:cNvPr>
          <p:cNvSpPr/>
          <p:nvPr/>
        </p:nvSpPr>
        <p:spPr>
          <a:xfrm>
            <a:off x="4040203" y="4084703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FBF19-1FA0-1F4E-D9D9-C80923D7AE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6" y="5210797"/>
            <a:ext cx="11604859" cy="151244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F89B3B24-214C-2EF1-115E-155FE00E350E}"/>
              </a:ext>
            </a:extLst>
          </p:cNvPr>
          <p:cNvSpPr/>
          <p:nvPr/>
        </p:nvSpPr>
        <p:spPr>
          <a:xfrm>
            <a:off x="5366883" y="5529549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1E03B45-4B1E-F8FB-3F7B-43F1EEA9184F}"/>
              </a:ext>
            </a:extLst>
          </p:cNvPr>
          <p:cNvSpPr/>
          <p:nvPr/>
        </p:nvSpPr>
        <p:spPr>
          <a:xfrm>
            <a:off x="6964679" y="5449886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E3CC02-23DF-F874-3A15-E256F96FA32B}"/>
              </a:ext>
            </a:extLst>
          </p:cNvPr>
          <p:cNvSpPr/>
          <p:nvPr/>
        </p:nvSpPr>
        <p:spPr>
          <a:xfrm>
            <a:off x="6675120" y="207407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Initialise </a:t>
            </a:r>
            <a:r>
              <a:rPr lang="en-IE" dirty="0" err="1">
                <a:solidFill>
                  <a:schemeClr val="tx1"/>
                </a:solidFill>
              </a:rPr>
              <a:t>AssetTag</a:t>
            </a:r>
            <a:r>
              <a:rPr lang="en-IE" dirty="0">
                <a:solidFill>
                  <a:schemeClr val="tx1"/>
                </a:solidFill>
              </a:rPr>
              <a:t> and </a:t>
            </a:r>
            <a:r>
              <a:rPr lang="en-IE" dirty="0" err="1">
                <a:solidFill>
                  <a:schemeClr val="tx1"/>
                </a:solidFill>
              </a:rPr>
              <a:t>KitType</a:t>
            </a:r>
            <a:r>
              <a:rPr lang="en-IE" dirty="0">
                <a:solidFill>
                  <a:schemeClr val="tx1"/>
                </a:solidFill>
              </a:rPr>
              <a:t> and update Display method</a:t>
            </a:r>
          </a:p>
        </p:txBody>
      </p:sp>
    </p:spTree>
    <p:extLst>
      <p:ext uri="{BB962C8B-B14F-4D97-AF65-F5344CB8AC3E}">
        <p14:creationId xmlns:p14="http://schemas.microsoft.com/office/powerpoint/2010/main" val="262709866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F1A66A7-4FCA-6F50-AA60-577311053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376" y="0"/>
            <a:ext cx="109412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2422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FC9A64-6117-92D2-D286-82C86FFF0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847" y="304758"/>
            <a:ext cx="3838095" cy="25523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529D36-DC9A-52D3-6555-71446ED52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2027" y="2857139"/>
            <a:ext cx="7523809" cy="37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88591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2EC84519-42B4-6F59-7D7C-1BF6B6FEE1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572" y="1427589"/>
            <a:ext cx="8961905" cy="484761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E045F3E-7672-D073-F5C4-B260E6F49721}"/>
              </a:ext>
            </a:extLst>
          </p:cNvPr>
          <p:cNvSpPr/>
          <p:nvPr/>
        </p:nvSpPr>
        <p:spPr>
          <a:xfrm>
            <a:off x="7252635" y="582792"/>
            <a:ext cx="4598793" cy="97073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Copy from driver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91D77C9-680E-5332-A8DF-6DF192F5FE2B}"/>
              </a:ext>
            </a:extLst>
          </p:cNvPr>
          <p:cNvCxnSpPr/>
          <p:nvPr/>
        </p:nvCxnSpPr>
        <p:spPr>
          <a:xfrm flipH="1">
            <a:off x="8200724" y="1809549"/>
            <a:ext cx="798897" cy="1029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BF70E5C7-06C8-C1DB-434B-C7AF9F7DAB35}"/>
              </a:ext>
            </a:extLst>
          </p:cNvPr>
          <p:cNvSpPr/>
          <p:nvPr/>
        </p:nvSpPr>
        <p:spPr>
          <a:xfrm>
            <a:off x="3096006" y="1553529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7DF8C50-625E-6E28-3FE1-0DD8B66FA13E}"/>
              </a:ext>
            </a:extLst>
          </p:cNvPr>
          <p:cNvSpPr/>
          <p:nvPr/>
        </p:nvSpPr>
        <p:spPr>
          <a:xfrm>
            <a:off x="7486047" y="2401981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6970FE7-29AE-2C60-91E1-2E324FC9E36F}"/>
              </a:ext>
            </a:extLst>
          </p:cNvPr>
          <p:cNvSpPr/>
          <p:nvPr/>
        </p:nvSpPr>
        <p:spPr>
          <a:xfrm>
            <a:off x="6908531" y="4344585"/>
            <a:ext cx="500513" cy="4374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0768827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CF681D-D80F-E648-487A-6613254E0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2873"/>
            <a:ext cx="12192000" cy="5932254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F86A98B9-802A-DEE5-7448-3645AE44D29C}"/>
              </a:ext>
            </a:extLst>
          </p:cNvPr>
          <p:cNvSpPr/>
          <p:nvPr/>
        </p:nvSpPr>
        <p:spPr>
          <a:xfrm>
            <a:off x="7128992" y="3545959"/>
            <a:ext cx="500513" cy="4374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D36959E-A9B2-4430-B0CE-E255E88803C0}"/>
              </a:ext>
            </a:extLst>
          </p:cNvPr>
          <p:cNvSpPr/>
          <p:nvPr/>
        </p:nvSpPr>
        <p:spPr>
          <a:xfrm>
            <a:off x="7379248" y="4970543"/>
            <a:ext cx="500513" cy="4374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46C319-F812-B226-8B4B-B19223B90677}"/>
              </a:ext>
            </a:extLst>
          </p:cNvPr>
          <p:cNvSpPr/>
          <p:nvPr/>
        </p:nvSpPr>
        <p:spPr>
          <a:xfrm>
            <a:off x="3662412" y="6208294"/>
            <a:ext cx="4598793" cy="53325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dirty="0">
                <a:solidFill>
                  <a:schemeClr val="tx1"/>
                </a:solidFill>
              </a:rPr>
              <a:t>Fix the failing tests</a:t>
            </a:r>
          </a:p>
        </p:txBody>
      </p:sp>
    </p:spTree>
    <p:extLst>
      <p:ext uri="{BB962C8B-B14F-4D97-AF65-F5344CB8AC3E}">
        <p14:creationId xmlns:p14="http://schemas.microsoft.com/office/powerpoint/2010/main" val="4098131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</TotalTime>
  <Words>164</Words>
  <Application>Microsoft Office PowerPoint</Application>
  <PresentationFormat>Widescreen</PresentationFormat>
  <Paragraphs>31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6" baseType="lpstr">
      <vt:lpstr>Arial</vt:lpstr>
      <vt:lpstr>Calibri</vt:lpstr>
      <vt:lpstr>Calibri Light</vt:lpstr>
      <vt:lpstr>Office Theme</vt:lpstr>
      <vt:lpstr>Kudvenkat</vt:lpstr>
      <vt:lpstr>CameraKit Walkthrough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Interfaces, abstract classes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CameraKit Walkthrough</dc:title>
  <dc:creator>Seamus Hickey</dc:creator>
  <cp:lastModifiedBy>John Rowley</cp:lastModifiedBy>
  <cp:revision>40</cp:revision>
  <dcterms:created xsi:type="dcterms:W3CDTF">2025-11-11T10:09:12Z</dcterms:created>
  <dcterms:modified xsi:type="dcterms:W3CDTF">2025-11-18T12:24:05Z</dcterms:modified>
</cp:coreProperties>
</file>